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d4c8db0a64cf1" /><Relationship Type="http://schemas.openxmlformats.org/officeDocument/2006/relationships/extended-properties" Target="/docProps/app.xml" Id="R0bc3b13b961a41ac" /><Relationship Type="http://schemas.openxmlformats.org/officeDocument/2006/relationships/officeDocument" Target="/ppt/presentation.xml" Id="R8ff8fa42ff1f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0a19001c1e44eb"/>
  </p:sldMasterIdLst>
  <p:notesMasterIdLst>
    <p:notesMasterId xmlns:r="http://schemas.openxmlformats.org/officeDocument/2006/relationships" r:id="R3c2f9ee9c9a1422a"/>
  </p:notesMasterIdLst>
  <p:sldIdLst>
    <p:sldId xmlns:r="http://schemas.openxmlformats.org/officeDocument/2006/relationships" id="256" r:id="R44d3c5a572374c40"/>
    <p:sldId xmlns:r="http://schemas.openxmlformats.org/officeDocument/2006/relationships" id="257" r:id="Rafb62285e56f4c6f"/>
    <p:sldId xmlns:r="http://schemas.openxmlformats.org/officeDocument/2006/relationships" id="258" r:id="Rfa2519fc21644bf9"/>
    <p:sldId xmlns:r="http://schemas.openxmlformats.org/officeDocument/2006/relationships" id="259" r:id="Rcfb80dd41a2045e5"/>
    <p:sldId xmlns:r="http://schemas.openxmlformats.org/officeDocument/2006/relationships" id="260" r:id="Rf9e15f5a9d584300"/>
    <p:sldId xmlns:r="http://schemas.openxmlformats.org/officeDocument/2006/relationships" id="261" r:id="Ra7555f48d83b4d85"/>
    <p:sldId xmlns:r="http://schemas.openxmlformats.org/officeDocument/2006/relationships" id="262" r:id="R1b92520e78c34415"/>
    <p:sldId xmlns:r="http://schemas.openxmlformats.org/officeDocument/2006/relationships" id="263" r:id="Ra85f89be47004a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2d5bdd95594fac" /><Relationship Type="http://schemas.openxmlformats.org/officeDocument/2006/relationships/slideMaster" Target="/ppt/slideMasters/slideMaster1.xml" Id="R8a0a19001c1e44eb" /><Relationship Type="http://schemas.openxmlformats.org/officeDocument/2006/relationships/notesMaster" Target="/ppt/notesMasters/notesMaster1.xml" Id="R3c2f9ee9c9a1422a" /><Relationship Type="http://schemas.openxmlformats.org/officeDocument/2006/relationships/presProps" Target="/ppt/presProps.xml" Id="R759b7623e97a4e53" /><Relationship Type="http://schemas.openxmlformats.org/officeDocument/2006/relationships/tableStyles" Target="/ppt/tableStyles.xml" Id="Re394bfceee53468e" /><Relationship Type="http://schemas.openxmlformats.org/officeDocument/2006/relationships/slide" Target="/ppt/slides/slide1.xml" Id="R44d3c5a572374c40" /><Relationship Type="http://schemas.openxmlformats.org/officeDocument/2006/relationships/slide" Target="/ppt/slides/slide2.xml" Id="Rafb62285e56f4c6f" /><Relationship Type="http://schemas.openxmlformats.org/officeDocument/2006/relationships/slide" Target="/ppt/slides/slide3.xml" Id="Rfa2519fc21644bf9" /><Relationship Type="http://schemas.openxmlformats.org/officeDocument/2006/relationships/slide" Target="/ppt/slides/slide4.xml" Id="Rcfb80dd41a2045e5" /><Relationship Type="http://schemas.openxmlformats.org/officeDocument/2006/relationships/slide" Target="/ppt/slides/slide5.xml" Id="Rf9e15f5a9d584300" /><Relationship Type="http://schemas.openxmlformats.org/officeDocument/2006/relationships/slide" Target="/ppt/slides/slide6.xml" Id="Ra7555f48d83b4d85" /><Relationship Type="http://schemas.openxmlformats.org/officeDocument/2006/relationships/slide" Target="/ppt/slides/slide7.xml" Id="R1b92520e78c34415" /><Relationship Type="http://schemas.openxmlformats.org/officeDocument/2006/relationships/slide" Target="/ppt/slides/slide8.xml" Id="Ra85f89be4700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7b6337744247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f097a3ab0144c2" /><Relationship Type="http://schemas.openxmlformats.org/officeDocument/2006/relationships/notesMaster" Target="/ppt/notesMasters/notesMaster1.xml" Id="R5c92c14ac52c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95c7bbbaca4415" /><Relationship Type="http://schemas.openxmlformats.org/officeDocument/2006/relationships/notesMaster" Target="/ppt/notesMasters/notesMaster1.xml" Id="R08f288b9e11243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4f73ae05044ad4" /><Relationship Type="http://schemas.openxmlformats.org/officeDocument/2006/relationships/notesMaster" Target="/ppt/notesMasters/notesMaster1.xml" Id="Rbc0e7bc9a54242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fe43dd339c4e64" /><Relationship Type="http://schemas.openxmlformats.org/officeDocument/2006/relationships/notesMaster" Target="/ppt/notesMasters/notesMaster1.xml" Id="Ra73d17d7bd5342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f94bb07d3c4047" /><Relationship Type="http://schemas.openxmlformats.org/officeDocument/2006/relationships/notesMaster" Target="/ppt/notesMasters/notesMaster1.xml" Id="Ra61e1d4f422d4d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4959a1cf8747a1" /><Relationship Type="http://schemas.openxmlformats.org/officeDocument/2006/relationships/notesMaster" Target="/ppt/notesMasters/notesMaster1.xml" Id="R53d5792e07bd4b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114f69ee134017" /><Relationship Type="http://schemas.openxmlformats.org/officeDocument/2006/relationships/notesMaster" Target="/ppt/notesMasters/notesMaster1.xml" Id="R67ee9df010a34c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bf20b759134f10" /><Relationship Type="http://schemas.openxmlformats.org/officeDocument/2006/relationships/notesMaster" Target="/ppt/notesMasters/notesMaster1.xml" Id="Rc8d7eb31f24b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como un portafolio compartido para Jocsan Nahuelan y Joaquín Pérez. El usuario puede cambiar el perfil; la página reutiliza los componentes y carga los datos desde JSON. Fuente visual: docs/evidencias/portafolio-jocsan.png. Criterios: DSY1104 Evaluación Formativa 2 - Estudiante.pdf.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sitio tiene dos perfiles dentro de una sola interfaz. Al seleccionar a una persona se reemplazan sus datos, pero se conserva el diseño y los componentes. Cada perfil presenta biografía, tecnologías, sección opcional de IA, proyectos, dos categorías de noticias y contacto. Capturas: docs/evidencias/portafolio-jocsan.png y portafolio-joaquin.png. Código: src/data/perfiles.js y src/pages/PortfolioPage.jsx.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cada proyecto con su propósito y tecnologías principales. Slowkemanía puede usar Supabase o products.json local; VentaCars es HTML, CSS y JavaScript; Zafinas es una aplicación de finanzas personales; Dolchesse es un prototipo frontend y todavía no tiene inventario, base de datos ni pagos. Las tarjetas tienen imágenes y descripciones, pero sus enlaces de destino están vacíos. Fuente: src/data/jocsan.json y docs/evidencias/proyectos-jocsan.png.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sección de Joaquín ya contiene biografía, foto, habilidades y dos proyectos. TechGaming describe un e-commerce de hardware gaming y atención postventa; Tac-tech es una solución Android para trazabilidad y verificación de visitas. Falta agregar un tercer proyecto para cumplir el mínimo de la pauta según el equipo, además de completar enlaces de demo/repositorio. El JSON usa ia:null y por eso la sección de IA no aparece. Fuente: src/data/compañero.json y docs/evidencias/proyectos-joaquin.png.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jerarquía de abajo hacia arriba: átomos son controles o textos básicos; las moléculas combinan elementos, por ejemplo ProjectCard; los organismos montan secciones; PortfolioTemplate ordena la página; PortfolioPage selecciona los datos y conecta todo. En el fragmento, &lt;ProjectsSection proyectos={perfil.proyectos} /&gt; llama un organismo y le pasa el arreglo de proyectos mediante una prop. Código: src/pages/PortfolioPage.jsx y src/components/templates/PortfolioTemplate.jsx.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en orden. Primero useState guarda el índice activo. Después perfiles.js entrega el objeto actual. PortfolioPage pasa ese objeto a los organismos por props. ProjectsSection crea tarjetas para proyectos y filtra por categoría; NewsSection filtra por personal o aprendizaje. Los archivos JSON son datos locales, no una conexión a una API. Código: src/data/perfiles.js, src/pages/PortfolioPage.jsx, src/components/organisms/ProjectsSection.jsx y NewsSection.jsx.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formulario guarda cada campo en estado, cancela el envío del navegador y revisa que nombre, correo y mensaje tengan contenido y que el correo tenga formato válido. En éxito limpia los campos y muestra una confirmación local; no hay backend. Navbar genera NavigationItem desde una lista; el menú móvil se puede abrir y cerrar y actualiza aria-expanded. Bootstrap aporta la cuadrícula responsive. Hay alt, etiquetas y alert/status, pero falta auditoría formal con teclado y lector de pantalla. Código: ContactForm.jsx, Navbar.jsx, FormField.jsx y estilos de src/styles.css.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registrados: npm run test -- --run aprobó cuatro casos; npm run test:browser -- --run aprobó tres en Chromium; npm run build terminó. Cobertura: 89.85% statements, 69.23% branches, 88.09% functions y 89.55% lines, medida solo sobre componentes y páginas incluidos en la configuración. Aclarar que falta un proyecto de Joaquín, enlaces válidos, completar pruebas y auditorías, activar GitHub Pages y corregir lint. Referencias: docs/PLAN-DE-PRUEBAS.md, docs/AVANCES.md y docs/evidencias/cobertura-resumen.png. La evaluación nombra Jasmine/Karma; el equipo informó la corrección para Vitest/Chromium.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a54a35c7e41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259106c3946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2fc53f23c4c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8ad28611543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1fa6efc974e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75fd01dc048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D28B30-DE01-4F5D-B9EC-609937CC2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E1032D-AA09-4618-B827-3FFD5483C7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660D23-1D3B-4893-BEAC-D2945E73D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5FC54A-9F9B-46D0-AB78-932A22F39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15A76A-10CD-479C-B46B-A0D89F7485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CC2CF6-8780-4F25-A89A-2EA14D550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DB0C49-D342-4CCE-9A8A-1088B1607A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942139-1194-44D8-BA0F-85DCF177F5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6C9308-D5F9-4EDD-8495-5BBFB9ECD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8049D6-0CF4-4459-89AD-F9FEC987D4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aca9c2a0d54294" /><Relationship Type="http://schemas.openxmlformats.org/officeDocument/2006/relationships/slideLayout" Target="/ppt/slideLayouts/slideLayout1.xml" Id="R90c0759d92b34024" /><Relationship Type="http://schemas.openxmlformats.org/officeDocument/2006/relationships/slideLayout" Target="/ppt/slideLayouts/slideLayout2.xml" Id="R51211911279146bf" /><Relationship Type="http://schemas.openxmlformats.org/officeDocument/2006/relationships/slideLayout" Target="/ppt/slideLayouts/slideLayout3.xml" Id="R8d1691d2855b464f" /><Relationship Type="http://schemas.openxmlformats.org/officeDocument/2006/relationships/slideLayout" Target="/ppt/slideLayouts/slideLayout4.xml" Id="Rd81d1c7d176f4afe" /><Relationship Type="http://schemas.openxmlformats.org/officeDocument/2006/relationships/slideLayout" Target="/ppt/slideLayouts/slideLayout5.xml" Id="R804773738e8c4153" /><Relationship Type="http://schemas.openxmlformats.org/officeDocument/2006/relationships/slideLayout" Target="/ppt/slideLayouts/slideLayout6.xml" Id="Rd45a39663e854e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c0759d92b34024"/>
    <p:sldLayoutId xmlns:r="http://schemas.openxmlformats.org/officeDocument/2006/relationships" id="2147483650" r:id="R51211911279146bf"/>
    <p:sldLayoutId xmlns:r="http://schemas.openxmlformats.org/officeDocument/2006/relationships" id="2147483651" r:id="R8d1691d2855b464f"/>
    <p:sldLayoutId xmlns:r="http://schemas.openxmlformats.org/officeDocument/2006/relationships" id="2147483652" r:id="Rd81d1c7d176f4afe"/>
    <p:sldLayoutId xmlns:r="http://schemas.openxmlformats.org/officeDocument/2006/relationships" id="2147483653" r:id="R804773738e8c4153"/>
    <p:sldLayoutId xmlns:r="http://schemas.openxmlformats.org/officeDocument/2006/relationships" id="2147483654" r:id="Rd45a39663e854e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3907bb78d4929" /><Relationship Type="http://schemas.openxmlformats.org/officeDocument/2006/relationships/image" Target="/ppt/media/image.png" Id="Rccef9b28cd53412a" /><Relationship Type="http://schemas.openxmlformats.org/officeDocument/2006/relationships/notesSlide" Target="/ppt/notesSlides/notesSlide1.xml" Id="Recbb3a079ff4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a00c11ce64307" /><Relationship Type="http://schemas.openxmlformats.org/officeDocument/2006/relationships/image" Target="/ppt/media/image2.png" Id="Rc361575f43be4a8e" /><Relationship Type="http://schemas.openxmlformats.org/officeDocument/2006/relationships/image" Target="/ppt/media/image3.png" Id="R1917f8899aef4b82" /><Relationship Type="http://schemas.openxmlformats.org/officeDocument/2006/relationships/notesSlide" Target="/ppt/notesSlides/notesSlide2.xml" Id="Rcd15a7347355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6486664554ba2" /><Relationship Type="http://schemas.openxmlformats.org/officeDocument/2006/relationships/image" Target="/ppt/media/image4.png" Id="R59581e33baec42c0" /><Relationship Type="http://schemas.openxmlformats.org/officeDocument/2006/relationships/notesSlide" Target="/ppt/notesSlides/notesSlide3.xml" Id="Rc11b278cb30f41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25be95d174aff" /><Relationship Type="http://schemas.openxmlformats.org/officeDocument/2006/relationships/image" Target="/ppt/media/image5.png" Id="R668dbc355fda4b2c" /><Relationship Type="http://schemas.openxmlformats.org/officeDocument/2006/relationships/notesSlide" Target="/ppt/notesSlides/notesSlide4.xml" Id="Rcd35b1b22c8447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370f5ba6d474a" /><Relationship Type="http://schemas.openxmlformats.org/officeDocument/2006/relationships/notesSlide" Target="/ppt/notesSlides/notesSlide5.xml" Id="Rba01af2ad6dd4c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ca66a7f634d36" /><Relationship Type="http://schemas.openxmlformats.org/officeDocument/2006/relationships/notesSlide" Target="/ppt/notesSlides/notesSlide6.xml" Id="Rf001c302923141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6b0dd1f374e30" /><Relationship Type="http://schemas.openxmlformats.org/officeDocument/2006/relationships/image" Target="/ppt/media/image6.png" Id="R6c504ddadf874532" /><Relationship Type="http://schemas.openxmlformats.org/officeDocument/2006/relationships/notesSlide" Target="/ppt/notesSlides/notesSlide7.xml" Id="R049b6c2f3c6c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0e39f05f74ed6" /><Relationship Type="http://schemas.openxmlformats.org/officeDocument/2006/relationships/image" Target="/ppt/media/image7.png" Id="R46cbd846f8774036" /><Relationship Type="http://schemas.openxmlformats.org/officeDocument/2006/relationships/notesSlide" Target="/ppt/notesSlides/notesSlide8.xml" Id="R247db04c08844b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65A2C5-B73B-48C6-A715-3E40B73A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281E653-631A-4745-B14C-F1FABBB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22"/>
          </a:bodyPr>
          <a:lstStyle xmlns:a="http://schemas.openxmlformats.org/drawingml/2006/main">
            <a:def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Portafolio</a:t>
            </a:r>
          </a:p>
          <a:p xmlns:a="http://schemas.openxmlformats.org/drawingml/2006/main">
            <a: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personal compartido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A9EB461-3BB4-4812-83CF-30763631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Dos perfiles, proyectos y noticias en una interfaz React modular.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7F1C669F-08BD-4116-AABF-B8B92A4A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1719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654FDAB-118C-4CBA-BAE7-36596041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Jocsan Nahuelan  ·  Joaquín Pérez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F3E06A-ACE6-4610-A11E-A8A16B34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D9C7"/>
                </a:solidFill>
                <a:latin typeface="Arial"/>
                <a:ea typeface="Arial"/>
                <a:cs typeface="Arial"/>
              </a:rPr>
              <a:t>Trabajo grupal · presentación breve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EC452-B514-4EB0-9F45-F05FE5CD2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f9b28cd53412a"/>
          <a:srcRect xmlns:a="http://schemas.openxmlformats.org/drawingml/2006/main" l="80" t="0" r="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819150"/>
            <a:ext cx="5962650" cy="3981450"/>
          </a:xfrm>
          <a:prstGeom xmlns:a="http://schemas.openxmlformats.org/drawingml/2006/main" prst="roundRect">
            <a:avLst>
              <a:gd name="adj" fmla="val 3349"/>
            </a:avLst>
          </a:prstGeom>
        </p:spPr>
      </p:pic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7C98C475-653E-4D53-8C19-85E5535C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67300"/>
            <a:ext cx="59626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C2B70C-2149-4C2B-B8AE-377A1173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816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Qué vamos a mostrar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F458ABF-D1D8-4CC8-9621-2EE7B77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La interfaz · cómo se conectan los componentes · pruebas y pendientes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590F06A-BB0C-4A99-8AB8-30A48D9E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Sitio capturado localmente en Chromium</a:t>
            </a:r>
          </a:p>
        </p:txBody>
      </p:sp>
    </p:spTree>
    <p:extLst>
      <p:ext uri="{BB962C8B-B14F-4D97-AF65-F5344CB8AC3E}">
        <p14:creationId xmlns:p14="http://schemas.microsoft.com/office/powerpoint/2010/main" val="403247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1C1F0B-325E-4761-9BD6-4BBC4ED0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OBJETIVO DEL PROYECTO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67718C4-98C5-4189-8F96-512E568E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Qué construimos y cómo se usa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B47E2-7BCE-4B7E-84B8-7D42CE0F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1C71BE-3207-4A91-BE5D-7C6E73C9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30F19B-5640-4F0C-837F-6F715430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2/8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919DE-BF6C-4351-8E2F-2B4808EA0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1575f43be4a8e"/>
          <a:srcRect xmlns:a="http://schemas.openxmlformats.org/drawingml/2006/main" l="0" t="91" r="0" b="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33500"/>
            <a:ext cx="5238750" cy="3486150"/>
          </a:xfrm>
          <a:prstGeom xmlns:a="http://schemas.openxmlformats.org/drawingml/2006/main" prst="roundRect">
            <a:avLst>
              <a:gd name="adj" fmla="val 3825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5FFDA-7360-42E9-BFD3-DBCA32C13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7f8899aef4b82"/>
          <a:srcRect xmlns:a="http://schemas.openxmlformats.org/drawingml/2006/main" l="0" t="91" r="0" b="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333500"/>
            <a:ext cx="5238750" cy="3486150"/>
          </a:xfrm>
          <a:prstGeom xmlns:a="http://schemas.openxmlformats.org/drawingml/2006/main" prst="roundRect">
            <a:avLst>
              <a:gd name="adj" fmla="val 3825"/>
            </a:avLst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43164C-CF14-4E59-97D8-AEE77BC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Perfil de Jocsan Nahuelan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7828D8-FE9B-4DA2-9244-AF7A69D6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24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Perfil de Joaquín Pérez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8DE76B64-896D-418D-9218-9BDC6A0C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EC1379-B213-4327-ABA9-EC97C543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El selector cambia biografía, foto, habilidades, proyectos, noticias y redes. Ambos perfiles comparten la misma estructura React; sus datos se mantienen separados en JSON.</a:t>
            </a:r>
          </a:p>
        </p:txBody>
      </p:sp>
    </p:spTree>
    <p:extLst>
      <p:ext uri="{BB962C8B-B14F-4D97-AF65-F5344CB8AC3E}">
        <p14:creationId xmlns:p14="http://schemas.microsoft.com/office/powerpoint/2010/main" val="1400032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381D73-654D-496A-9CF4-3C845A09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PORTAFOLIO PERSONAL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9C6E40D-25C1-48D7-898C-9FE28F1A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Proyectos de Jocsan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5FA99-00C4-4D15-B67C-40B073F1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FE6E82-92A0-4A16-A862-D7536876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8D19C4-6372-4A53-8236-EAA4F6E0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3/8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66BC7-5CA6-453D-BEB5-415A9F7E6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81e33baec42c0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5810250" cy="3876675"/>
          </a:xfrm>
          <a:prstGeom xmlns:a="http://schemas.openxmlformats.org/drawingml/2006/main" prst="roundRect">
            <a:avLst>
              <a:gd name="adj" fmla="val 3440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97BF39-0369-4CAC-98DF-E4C81BD6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62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Slowkemanía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AA83BD-ADC5-4A45-84F7-84171A83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38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Catálogo de figuras Pokémon con búsqueda, fichas y compras por Instagram.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68C7C4-6374-479A-AB21-7E4929A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33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React · TypeScript · Vite · Supabase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F50F8D-3B36-43D4-8729-DF3F007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28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VentaCars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CA9E2C-81A3-4BD0-98FD-8308A617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5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Catálogo de vehículos SUV, sedán y deportivos.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A51144-5584-43AE-BED1-ABD74E04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HTML · CSS · JavaScript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79F265-1926-4F7C-800E-198A293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Zafinas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0AB9824-C61A-43CF-BE90-9D092254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Finanzas personales: ingresos, gastos, cuentas y gráficos.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C2D7625-9321-447E-9DD9-1440B98D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29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React · Vite · Bootstrap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9D763E-492B-4945-9119-F0FBDE6D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38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Dolchesse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283E7E6-E2AF-45FA-8291-7BCE2B19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1492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Tienda de pastelería; conserva la selección en el navegador y prepara pedidos para Instagram.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E27B731-D499-486F-BF3E-A301526C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Next.js · React · TypeScript · localStorage</a:t>
            </a:r>
          </a:p>
        </p:txBody>
      </p:sp>
    </p:spTree>
    <p:extLst>
      <p:ext uri="{BB962C8B-B14F-4D97-AF65-F5344CB8AC3E}">
        <p14:creationId xmlns:p14="http://schemas.microsoft.com/office/powerpoint/2010/main" val="1906445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91C3B9-03D5-44E9-B957-7FA70790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TRABAJO EN EQUIPO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0B8C105-129E-444F-8725-E1C9C3B3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Perfil y proyectos de Joaquín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59963-20EE-490B-BA40-63BC0B35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59A560-7CC7-4118-91E3-7CF238B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5D07F3-7A0C-46CF-B1CD-1B143371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4/8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904D6-1EE0-49BE-BB41-A2E7E9EDD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dbc355fda4b2c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5810250" cy="3876675"/>
          </a:xfrm>
          <a:prstGeom xmlns:a="http://schemas.openxmlformats.org/drawingml/2006/main" prst="roundRect">
            <a:avLst>
              <a:gd name="adj" fmla="val 3440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E5D6A4-3B5C-4E0B-98DC-E384C48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62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TechGaming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30F963-B6B1-4E87-9329-E87A35ED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E-commerce de hardware gaming con cotización, compra y soporte técnico.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45A892-065E-4F0D-8E8E-8896AC99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764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JavaScript · HTML · Bootstrap · CSS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BA93D7-DC5B-451C-B050-6614074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Tac-tech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60510AB-5234-4B3E-A80E-C35AD2B7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146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Aplicación para registrar y verificar visitas en terreno de equipos de distribución.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D4F9C2-89A2-4394-9C6B-FE1902F7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Kotlin · Android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02C5F891-3174-43C1-93EC-258E7780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7815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30271E"/>
          </a:solidFill>
          <a:ln xmlns:a="http://schemas.openxmlformats.org/drawingml/2006/main" w="9525">
            <a:solidFill>
              <a:srgbClr val="76563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F44C2B0-ED2B-45A8-BF6A-05E9229F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62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A65A"/>
                </a:solidFill>
                <a:latin typeface="Arial"/>
                <a:ea typeface="Arial"/>
                <a:cs typeface="Arial"/>
              </a:rPr>
              <a:t>Espacio para el tercer proyecto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C6D744C-F0AC-456E-9235-AA2B4B8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Agregar título, imagen, descripción, tecnologías y un enlace de demo o repositorio en compañero.json.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18D9355-5EB4-4FB1-ACAE-986FD4B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El perfil también tiene biografía y habilidades; la sección de IA se oculta porque su valor es null.</a:t>
            </a:r>
          </a:p>
        </p:txBody>
      </p:sp>
    </p:spTree>
    <p:extLst>
      <p:ext uri="{BB962C8B-B14F-4D97-AF65-F5344CB8AC3E}">
        <p14:creationId xmlns:p14="http://schemas.microsoft.com/office/powerpoint/2010/main" val="1169550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EB6C19D-5F72-4225-AFAE-58919DA1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ESTRUCTURA REACT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DADE560-799B-485A-9E2E-0C6408B0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Cómo se organiza con Atomic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50004-B319-4050-84D1-D779C3DF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2C6D07-D6A2-4434-8765-DE893C1D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05F3A8-7725-4898-9355-D777DB3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5/8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8932B31-5748-4988-8DBD-576C398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01F004-D3F2-4B15-846A-39C1EAA7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1 · ÁTOMOS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76747B-ECFC-4545-A989-23737F05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Button · Label · Image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0C9A14-15E0-4F6B-A45B-3EDD692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Piezas pequeñas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B1A607-5A8B-47EF-B740-5464378A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AFBFED6-8CE4-403D-95B2-7BA3A5B9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D4636B-F945-4A81-9E53-A0B3C4D5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2 · MOLÉCULAS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49E89E-1A59-4DEE-A577-77DA4D5C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FormField · ProjectCard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09610A-2E50-4C40-AF84-334C84A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Combinan átomos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C8EB91-DC01-48A6-BD34-C2EA026B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C8C02121-C39B-4AF6-A5FC-D782E074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A4EB0EC-BB16-4596-B9A8-E88CF70B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3 · ORGANISMOS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73AC983-AB7F-4CB6-B395-CE7AD85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Navbar · ProjectsSection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8D6FA63-A990-4B43-9054-26B68A52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Secciones completas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73D472A-76CA-4AA0-8E87-78F0145F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62CE0D6-3E3E-4ACE-A456-72EBF3C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CB3A6DD-F799-477C-AD90-FC4D9948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4 · PLANTILLA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F79060A-70FB-4082-9581-98440ED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PortfolioTemplate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D068AC9-5EF5-4BA9-9242-E40D1126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Ubica secciones y pie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4CE07CB-F5FB-4DD7-97E7-292EF731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F7A21886-9862-4159-B706-25A33228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7302F"/>
          </a:solidFill>
          <a:ln xmlns:a="http://schemas.openxmlformats.org/drawingml/2006/main" w="9525">
            <a:solidFill>
              <a:srgbClr val="3A786E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7B3C6CC-87AC-4582-951C-9FEF6B7B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5 · PÁGINA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27F9DD6-60D7-4B95-AE4A-4B4E38BE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PortfolioPage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7530050-C546-4F47-89EF-429500A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Elige perfil y conecta</a:t>
            </a:r>
          </a:p>
        </p:txBody>
      </p:sp>
      <p:sp>
        <p:nvSpPr>
          <p:cNvPr id="30" name="panel">
            <a:extLst xmlns:a="http://schemas.openxmlformats.org/drawingml/2006/main">
              <a:ext uri="{FF2B5EF4-FFF2-40B4-BE49-F238E27FC236}">
                <a16:creationId xmlns:a16="http://schemas.microsoft.com/office/drawing/2014/main" id="{36318245-E97D-4B48-B5EC-3510E161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6486525" cy="24765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C205278-3D54-4A5B-B8FF-2C4E7E84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Una llamada de componente dentro de JSX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619B0CA-347E-4F00-A431-F2E0DC57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const perfil = perfiles[perfilActual]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&lt;PortfolioTemplate key={perfil.id} perfil={perfil}&gt;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&lt;AboutMe perfil={perfil} /&gt;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&lt;ProjectsSection proyectos={perfil.proyectos} /&gt;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&lt;/PortfolioTemplate&gt;</a:t>
            </a:r>
          </a:p>
        </p:txBody>
      </p:sp>
      <p:sp>
        <p:nvSpPr>
          <p:cNvPr id="33" name="panel">
            <a:extLst xmlns:a="http://schemas.openxmlformats.org/drawingml/2006/main">
              <a:ext uri="{FF2B5EF4-FFF2-40B4-BE49-F238E27FC236}">
                <a16:creationId xmlns:a16="http://schemas.microsoft.com/office/drawing/2014/main" id="{1951134E-B702-4B9E-9BDA-FDE71C8A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00425"/>
            <a:ext cx="4171950" cy="24765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8E7E9C8-0105-479D-8953-2BF151B8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75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Qué ocurre aquí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96256A5-B307-4823-9D6F-E8F0FFA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7528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PortfolioPage obtiene el perfil activo y pasa sus datos por props. PortfolioTemplate conserva el marco común. Los organismos usan moléculas, y estas reúnen átomos. Al cambiar de perfil se actualizan las secciones.</a:t>
            </a:r>
          </a:p>
        </p:txBody>
      </p:sp>
    </p:spTree>
    <p:extLst>
      <p:ext uri="{BB962C8B-B14F-4D97-AF65-F5344CB8AC3E}">
        <p14:creationId xmlns:p14="http://schemas.microsoft.com/office/powerpoint/2010/main" val="2083431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D13127F-4388-46AA-9685-1CD79098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PERFIL, PROPS Y JSON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7683766-0D00-41BB-BD91-9B4964F8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Cómo viajan los datos por la página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B4F59-4D96-4F5A-8C42-89056A9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5511C9-C7EA-480D-B8EE-8A82FB8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768B54-2FF7-4F41-B18D-C09E45D0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6/8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DF63906E-7ED5-4712-9EE3-38DAFED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38750" cy="203835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B50405-2CDE-4646-BD03-FEE6A902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1. El estado elige el perfil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28514C-9289-48D7-BA8B-5F8CB9C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const [perfilActual, setPerfilActual] = useState(0)</a:t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const perfil = perfiles[perfilActual]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&lt;Presentation</a:t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perfilActual={perfilActual}</a:t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onSeleccionar={setPerfilActual} /&gt;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5898487-E9C2-4D9A-B84F-7257D3BB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52550"/>
            <a:ext cx="5238750" cy="203835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F0AA71-A820-4191-865D-252C5E95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335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2. La página entrega props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CC1711-FAA0-4BF6-A188-2317D43D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3357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&lt;AboutMe perfil={perfil} /&gt;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&lt;ProjectsSection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proyectos={perfil.proyectos} /&gt;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&lt;NewsSection titulo="Noticias"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categoria="personal"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noticias={perfil.noticias} /&gt;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56951383-3E63-4335-9DA9-BF03EB75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20002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27D014-FFCC-42AE-8E87-58CC7C5F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3. Los organismos filtran y muestran los arreglos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21B32D-F439-494E-BC0D-7E159C65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proyectos.filter((proyecto) =&gt;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proyecto.categoria === filtro)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36A3F1-9C5D-428D-AF92-DF0274D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ProjectsSection crea una ProjectCard por proyecto. NewsSection conserva noticias de una categoría (personal o aprendizaje). La página cambia de perfil y cada organismo vuelve a dibujar su contenido.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996F2FC-E14B-41B5-B6A1-B742F02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Los datos salen de src/data/jocsan.json y src/data/compañero.json; perfiles.js los reúne en un arreglo.</a:t>
            </a:r>
          </a:p>
        </p:txBody>
      </p:sp>
    </p:spTree>
    <p:extLst>
      <p:ext uri="{BB962C8B-B14F-4D97-AF65-F5344CB8AC3E}">
        <p14:creationId xmlns:p14="http://schemas.microsoft.com/office/powerpoint/2010/main" val="812860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3DE7EBC-0950-4C73-A315-9A87864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INTERACCIONES DE USUARIO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5653A1-5E14-401E-8773-B5FACB13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Formulario, navegación y accesibilidad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6053C-5F59-4ECF-B7B1-F348B4D8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002D381-25B4-414C-9CD8-3C52EC70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AA0076-C951-47BD-8E3A-C6F00EBC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7/8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0E37E-AD4D-43BA-A4D0-1C07DB751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04ddadf8745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5143500" cy="3429000"/>
          </a:xfrm>
          <a:prstGeom xmlns:a="http://schemas.openxmlformats.org/drawingml/2006/main" prst="roundRect">
            <a:avLst>
              <a:gd name="adj" fmla="val 3889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927CB1-7BF6-4331-ADEB-47E9435E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La interfaz combina Bootstrap y estilos propios para adaptarse a distintos tamaños.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50179FE0-951E-47C6-AE65-EE16607D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52550"/>
            <a:ext cx="5448300" cy="26670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58AB20-46F5-4365-92F2-605C411C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Formulario de contacto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D354B3F-8DB3-4B5E-9E4D-94423B71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91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evento.preventDefault()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if (!nombre.trim() || !correo.trim() || !mensaje.trim()) {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setError('Campos incompletos')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return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if (!/^[^\s@]+@[^\s@]+\.[^\s@]+$/.test(correo)) {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setError('Correo inválido'); return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setConfirmacion('Validado localmente')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D2C3F8-CAFA-40EF-99BA-321B0C43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Si pasa las validaciones, muestra confirmación local; no manda correos.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480BADA9-9C19-43A5-A171-562494C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5448300" cy="1181100"/>
          </a:xfrm>
          <a:prstGeom xmlns:a="http://schemas.openxmlformats.org/drawingml/2006/main" prst="roundRect">
            <a:avLst>
              <a:gd name="adj" fmla="val 1209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71711D-DE72-4BC5-944F-171DE432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499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Navegación y accesibilidad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27C8737-E607-4686-B6E7-0A175C40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499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Navbar genera enlaces desde una lista y comunica el estado móvil con aria-expanded. Hay etiquetas, texto alternativo, enlace para saltar al contenido y mensajes role=status/alert.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7B3CF92C-AE6D-4DA7-9966-120D8077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17302F"/>
          </a:solidFill>
          <a:ln xmlns:a="http://schemas.openxmlformats.org/drawingml/2006/main" w="9525">
            <a:solidFill>
              <a:srgbClr val="3A786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CC32D9-4387-464C-B9CA-4048700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La interacción se mantiene en el navegador: React actualiza el estado y la vista sin recargar la página.</a:t>
            </a:r>
          </a:p>
        </p:txBody>
      </p:sp>
    </p:spTree>
    <p:extLst>
      <p:ext uri="{BB962C8B-B14F-4D97-AF65-F5344CB8AC3E}">
        <p14:creationId xmlns:p14="http://schemas.microsoft.com/office/powerpoint/2010/main" val="559205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E6D820C-D00A-4291-A098-3FC353C3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VERIFICACIÓN DE LA PAUTA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8FBF56-1387-4825-8F4F-00C6D00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Pruebas, cobertura y pendientes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11686-4D10-4F82-A26A-83877D2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9D1C77-5A88-4AFD-AC11-C2330AB6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ED0B05-078F-4991-879F-A1A69F75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8/8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FD39F-C7E6-4112-A852-5BAAFBBEE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bd846f8774036"/>
          <a:stretch xmlns:a="http://schemas.openxmlformats.org/drawingml/2006/main"/>
        </p:blipFill>
        <p:spPr>
          <a:xfrm xmlns:a="http://schemas.openxmlformats.org/drawingml/2006/main">
            <a:off x="609600" y="1336807"/>
            <a:ext cx="6667500" cy="1898385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85F093-1D5C-4EE3-92FC-10F19F4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Statements 89.85% · branches 69.23% · functions 88.09% · lines 89.55%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4CF6570C-575B-4696-B656-72CC6AFB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33500"/>
            <a:ext cx="3981450" cy="23336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24677D-3AEF-46DC-983B-2E5A20C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049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Resultados verificados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E3FB12-B1DC-4771-A51E-C261E5AB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4 / 4 pruebas unitarias aprobadas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E4C627-03DE-410E-8666-05302448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3 / 3 pruebas en Chromium aprobadas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9FD889-520A-4D6E-B089-7C761D45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Compilación de producción: correcta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71C1C5-8CBC-44EC-BF02-3B83AD4C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3A65A"/>
                </a:solidFill>
                <a:latin typeface="Arial"/>
                <a:ea typeface="Arial"/>
                <a:cs typeface="Arial"/>
              </a:rPr>
              <a:t>ESLint aún reporta 22 imports React sin uso.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8CBA221F-7488-4C97-9C3B-2F4114D1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143500" cy="213360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5587EB2-73FD-42C7-8D14-9BCB17D6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Cumplido o avanzado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AFC195-59A0-45C7-95C7-03FD5975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667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React y componentes por Atomic Design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Dos perfiles y contenido JSON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Proyectos, noticias y contacto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Pruebas unitarias y Chromium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Plan de pruebas, README y capturas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6BF67AF2-E97B-4F50-B621-A950F0B9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33825"/>
            <a:ext cx="5562600" cy="213360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30271E"/>
          </a:solidFill>
          <a:ln xmlns:a="http://schemas.openxmlformats.org/drawingml/2006/main" w="9525">
            <a:solidFill>
              <a:srgbClr val="76563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B8A91A4-BFB2-41D6-8895-744C17C8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24325"/>
            <a:ext cx="510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A65A"/>
                </a:solidFill>
                <a:latin typeface="Arial"/>
                <a:ea typeface="Arial"/>
                <a:cs typeface="Arial"/>
              </a:rPr>
              <a:t>Pendiente antes de presentar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FA2129-DAE0-43B8-B0B8-94159005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51054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Tercer proyecto de Joaquín y enlaces de demo/repositorio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Casos adicionales del plan y revisión de teclado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Auditoría de accesibilidad y rendimiento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Activar Pages y confirmar el despliegue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Corregir ESLint y repetir comprobaciones</a:t>
            </a:r>
          </a:p>
        </p:txBody>
      </p:sp>
    </p:spTree>
    <p:extLst>
      <p:ext uri="{BB962C8B-B14F-4D97-AF65-F5344CB8AC3E}">
        <p14:creationId xmlns:p14="http://schemas.microsoft.com/office/powerpoint/2010/main" val="1031532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2026-10-23T16:34:13.7050000Z</dcterms:created>
  <dcterms:modified xsi:type="dcterms:W3CDTF">2026-10-23T16:34:13.7060000Z</dcterms:modified>
</coreProperties>
</file>